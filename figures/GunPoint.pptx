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/>
    <p:restoredTop sz="94714"/>
  </p:normalViewPr>
  <p:slideViewPr>
    <p:cSldViewPr snapToGrid="0">
      <p:cViewPr varScale="1">
        <p:scale>
          <a:sx n="155" d="100"/>
          <a:sy n="155" d="100"/>
        </p:scale>
        <p:origin x="11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3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6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3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0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6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3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23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4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0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1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B3755-7C7B-754F-ACC2-E7D238751182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F303A-48E8-254E-ADC3-E0BDF943F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6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7162D6-FAFC-D9C4-BA33-3C4F8851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4" y="132189"/>
            <a:ext cx="3873346" cy="2889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54677A-C01E-21DB-240C-547E7A7F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991" y="23130"/>
            <a:ext cx="4162299" cy="31052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CA2643-15B3-1397-7EBC-72F8C7D9EB82}"/>
              </a:ext>
            </a:extLst>
          </p:cNvPr>
          <p:cNvSpPr txBox="1"/>
          <p:nvPr/>
        </p:nvSpPr>
        <p:spPr>
          <a:xfrm>
            <a:off x="2069481" y="868140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610DD-6747-0448-3744-B89456C798D1}"/>
              </a:ext>
            </a:extLst>
          </p:cNvPr>
          <p:cNvSpPr txBox="1"/>
          <p:nvPr/>
        </p:nvSpPr>
        <p:spPr>
          <a:xfrm>
            <a:off x="2006087" y="2368972"/>
            <a:ext cx="1053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at rest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A5C5F6-8A0B-3A97-EF32-B266466094B8}"/>
              </a:ext>
            </a:extLst>
          </p:cNvPr>
          <p:cNvCxnSpPr>
            <a:cxnSpLocks/>
          </p:cNvCxnSpPr>
          <p:nvPr/>
        </p:nvCxnSpPr>
        <p:spPr>
          <a:xfrm flipV="1">
            <a:off x="2435926" y="417326"/>
            <a:ext cx="0" cy="40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5DF3F8-7184-AA38-03DF-7BCEFE4A7E22}"/>
              </a:ext>
            </a:extLst>
          </p:cNvPr>
          <p:cNvSpPr txBox="1"/>
          <p:nvPr/>
        </p:nvSpPr>
        <p:spPr>
          <a:xfrm>
            <a:off x="6006037" y="722123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ACB950-644E-6335-B561-FB1DDEAD25A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297319" y="2520135"/>
            <a:ext cx="708768" cy="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EFB568-DC57-517D-2F68-3E5840D0BE76}"/>
              </a:ext>
            </a:extLst>
          </p:cNvPr>
          <p:cNvSpPr txBox="1"/>
          <p:nvPr/>
        </p:nvSpPr>
        <p:spPr>
          <a:xfrm>
            <a:off x="5875394" y="2676749"/>
            <a:ext cx="1053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at rest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86FBD7-DBB9-7354-176E-D2A5CC213B50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5741773" y="2759676"/>
            <a:ext cx="133621" cy="70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EA5739-7632-F510-A381-3AC1ED63EA99}"/>
              </a:ext>
            </a:extLst>
          </p:cNvPr>
          <p:cNvCxnSpPr>
            <a:cxnSpLocks/>
          </p:cNvCxnSpPr>
          <p:nvPr/>
        </p:nvCxnSpPr>
        <p:spPr>
          <a:xfrm flipV="1">
            <a:off x="6402141" y="334512"/>
            <a:ext cx="0" cy="40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75D957-4420-6C9D-7074-FAD66EFA26A3}"/>
              </a:ext>
            </a:extLst>
          </p:cNvPr>
          <p:cNvSpPr txBox="1"/>
          <p:nvPr/>
        </p:nvSpPr>
        <p:spPr>
          <a:xfrm>
            <a:off x="-51487" y="1313182"/>
            <a:ext cx="141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moving above the holster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638EDA-0B9A-3D2C-2F97-B3C65D041C66}"/>
              </a:ext>
            </a:extLst>
          </p:cNvPr>
          <p:cNvSpPr txBox="1"/>
          <p:nvPr/>
        </p:nvSpPr>
        <p:spPr>
          <a:xfrm>
            <a:off x="0" y="738372"/>
            <a:ext cx="1699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moving down to grasp the gun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591E7F-002E-6F70-5A01-8E93E68F4228}"/>
              </a:ext>
            </a:extLst>
          </p:cNvPr>
          <p:cNvCxnSpPr>
            <a:cxnSpLocks/>
          </p:cNvCxnSpPr>
          <p:nvPr/>
        </p:nvCxnSpPr>
        <p:spPr>
          <a:xfrm>
            <a:off x="1297319" y="1022029"/>
            <a:ext cx="173270" cy="107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90C522-0E5F-FE0B-AC88-26615309855E}"/>
              </a:ext>
            </a:extLst>
          </p:cNvPr>
          <p:cNvCxnSpPr>
            <a:cxnSpLocks/>
          </p:cNvCxnSpPr>
          <p:nvPr/>
        </p:nvCxnSpPr>
        <p:spPr>
          <a:xfrm>
            <a:off x="1157342" y="1728893"/>
            <a:ext cx="139977" cy="350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760B05-CD1D-CB17-5503-8AC3128F0CB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59581" y="2522861"/>
            <a:ext cx="827654" cy="153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485ECC-55B1-6654-FB2A-AB311CE60BB2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928888" y="2830638"/>
            <a:ext cx="1032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1113DF0-4EBE-E298-7865-2291CC80940E}"/>
              </a:ext>
            </a:extLst>
          </p:cNvPr>
          <p:cNvSpPr txBox="1"/>
          <p:nvPr/>
        </p:nvSpPr>
        <p:spPr>
          <a:xfrm>
            <a:off x="3976481" y="132189"/>
            <a:ext cx="1226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Shoulder level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1240C25-A016-F526-7A79-91F3E6259097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5203099" y="286078"/>
            <a:ext cx="83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C206EF1-D936-9FDF-34FA-2A199E1FE31A}"/>
              </a:ext>
            </a:extLst>
          </p:cNvPr>
          <p:cNvCxnSpPr>
            <a:cxnSpLocks/>
          </p:cNvCxnSpPr>
          <p:nvPr/>
        </p:nvCxnSpPr>
        <p:spPr>
          <a:xfrm flipH="1">
            <a:off x="3075085" y="286077"/>
            <a:ext cx="901396" cy="48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48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</TotalTime>
  <Words>22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5</cp:revision>
  <dcterms:created xsi:type="dcterms:W3CDTF">2025-05-29T06:49:53Z</dcterms:created>
  <dcterms:modified xsi:type="dcterms:W3CDTF">2025-12-20T06:33:04Z</dcterms:modified>
</cp:coreProperties>
</file>