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98"/>
    <p:restoredTop sz="94711"/>
  </p:normalViewPr>
  <p:slideViewPr>
    <p:cSldViewPr snapToGrid="0">
      <p:cViewPr varScale="1">
        <p:scale>
          <a:sx n="138" d="100"/>
          <a:sy n="138" d="100"/>
        </p:scale>
        <p:origin x="19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A316-89B2-F436-2BBA-EA609AB9B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46E9B-ABE9-4755-9049-10125FF63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491C-33E6-AFF9-4637-3881F695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BE765-5FB1-6C5F-ADF2-1CE46E32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F7607-FF0D-8C8D-B5B6-C8FF9C43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0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899C-D996-E4EF-35BA-7633534A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4D96-994A-48B1-AF2A-73951EBA3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3B805-4E9B-E669-8098-F586DC2F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F359-A83D-E801-3069-25AC926F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315B3-EB62-9A3C-61AA-5B5E1EB69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11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A56D-4C24-F6EC-EC42-1F118D562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64A45-67AB-DF07-54CB-C1B0D414C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22C99-6F13-A708-44FF-33BA0897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17D76-B40C-EB82-51D9-135257B5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FA51B-F683-FC17-814F-53767FC3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A9D5-ABFF-FBF9-B79E-FABEB9ED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F6B5-B17F-39D9-A353-A84460F3C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BDCBA-CF20-21B0-70A7-E93D25A04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A4485-0CBD-D93F-E000-A52354CD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A007F-8E22-6D43-5018-F142EEEE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1D521-7619-9B17-5EAB-8B3BA695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2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67D1-1611-DF0F-5E43-4A3670E8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94719-B395-FEFC-7530-75B84E523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2F416-9279-DAF6-7A2D-A99FD76E7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6DBCA-CB31-1BCD-9EA8-0B5B30830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4AAFB-740C-F21B-0A37-0EEE61398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54D0B-1BC7-A7E1-3735-E30CA829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CCCB8-D6C8-EA91-1A26-9175A0CD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DF7A1-D7BB-E3D6-948E-C9D041D8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F67B-62E9-143E-6B2C-EF283AC8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D8F5D-84CD-9166-B96E-A52A18A6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83AFE-7A70-4075-9FB8-24FE3E9E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13598-325E-CAE0-4071-425C44C2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AC03B-3FD8-0829-C465-59CA3489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18194-D270-E6C3-6050-3DC43D57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F97E9-F4C7-7507-A3A7-CB3AFEBD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11BA-27F7-4501-B35D-A0FA8F8C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042F-664F-02BF-0439-31B27949D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C3584-60F6-3449-573B-EF270BEDD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D49DE-56C7-28BF-0096-4CA1A77F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AC538-70DE-C0ED-E486-553F5A9C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2CF0A-356C-E384-EE7C-58EDA10C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5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2BAA-2977-71B7-E5A8-CF11F167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58C41-8991-C6FA-DD57-5CA902793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38E8B-23A3-8A5C-06BF-EC0E860D6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716FE-54BE-15C8-8826-FA6C29BD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E70A7-6FD6-42ED-F5ED-BD521A12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1061E-69EA-6147-26EE-47E400F5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5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3329-07D2-7989-300B-B19B004B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294CC-585C-BEAB-CD4A-56BE07B65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C1AE2-72A9-6581-217F-3004A115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96A44-4CC9-1C74-582D-940A8570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9B8A-BBE9-D25E-0D96-E1076E44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9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193AD-296D-1227-C81B-5B58EB880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3288E-55FE-8536-8ECB-143F15AA8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61825-2C88-2BF9-7E51-491CD827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7EC4D-DCBE-923C-4B4E-92D7D2BB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59E30-2B57-888D-76E7-8D303B16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0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B9C409-0E7A-BB2C-9283-4566FD14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36A89-0922-5ABD-D598-77873BF89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689D6-BD43-2F34-A9F1-042C1D6B1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7869E-5AA3-8D4E-BC2C-26A47AAE1991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E98E7-54D0-2DB1-138D-BA33B7AA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0F9AF-ABD2-0F96-7F53-FF48462D9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C3033-7803-D042-99A8-0FD639B0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1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rect Access Storage 4">
            <a:extLst>
              <a:ext uri="{FF2B5EF4-FFF2-40B4-BE49-F238E27FC236}">
                <a16:creationId xmlns:a16="http://schemas.microsoft.com/office/drawing/2014/main" id="{0228B28B-A90E-1185-C288-27EDFE02919F}"/>
              </a:ext>
            </a:extLst>
          </p:cNvPr>
          <p:cNvSpPr/>
          <p:nvPr/>
        </p:nvSpPr>
        <p:spPr>
          <a:xfrm rot="16200000">
            <a:off x="4617254" y="992212"/>
            <a:ext cx="983556" cy="691563"/>
          </a:xfrm>
          <a:prstGeom prst="flowChartMagneticDru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A10FDC-B7BA-DED1-6517-D06F4AE9EC8E}"/>
              </a:ext>
            </a:extLst>
          </p:cNvPr>
          <p:cNvSpPr txBox="1"/>
          <p:nvPr/>
        </p:nvSpPr>
        <p:spPr>
          <a:xfrm>
            <a:off x="4797857" y="1254892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</a:p>
        </p:txBody>
      </p:sp>
      <p:sp>
        <p:nvSpPr>
          <p:cNvPr id="7" name="Direct Access Storage 6">
            <a:extLst>
              <a:ext uri="{FF2B5EF4-FFF2-40B4-BE49-F238E27FC236}">
                <a16:creationId xmlns:a16="http://schemas.microsoft.com/office/drawing/2014/main" id="{0CBF0781-55A0-8057-64EA-66E32D61F717}"/>
              </a:ext>
            </a:extLst>
          </p:cNvPr>
          <p:cNvSpPr/>
          <p:nvPr/>
        </p:nvSpPr>
        <p:spPr>
          <a:xfrm rot="16200000">
            <a:off x="6080830" y="992213"/>
            <a:ext cx="983556" cy="691563"/>
          </a:xfrm>
          <a:prstGeom prst="flowChartMagneticDru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8882B-5A8C-722A-C8F1-BFF8216D13F1}"/>
              </a:ext>
            </a:extLst>
          </p:cNvPr>
          <p:cNvSpPr txBox="1"/>
          <p:nvPr/>
        </p:nvSpPr>
        <p:spPr>
          <a:xfrm>
            <a:off x="6319974" y="125489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009DFBAD-E6E9-D03D-C8B7-B42BED3EADAB}"/>
              </a:ext>
            </a:extLst>
          </p:cNvPr>
          <p:cNvSpPr/>
          <p:nvPr/>
        </p:nvSpPr>
        <p:spPr>
          <a:xfrm>
            <a:off x="4272750" y="2507542"/>
            <a:ext cx="1339272" cy="443346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62DABF15-762E-A005-5FD1-236281BFFEF8}"/>
              </a:ext>
            </a:extLst>
          </p:cNvPr>
          <p:cNvSpPr/>
          <p:nvPr/>
        </p:nvSpPr>
        <p:spPr>
          <a:xfrm>
            <a:off x="5958387" y="2507542"/>
            <a:ext cx="1339272" cy="443346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83222-6C8D-F897-0415-A4C0E6526236}"/>
              </a:ext>
            </a:extLst>
          </p:cNvPr>
          <p:cNvSpPr txBox="1"/>
          <p:nvPr/>
        </p:nvSpPr>
        <p:spPr>
          <a:xfrm>
            <a:off x="4404418" y="2554199"/>
            <a:ext cx="107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B753B-50DF-929C-70E9-FC48A512674A}"/>
              </a:ext>
            </a:extLst>
          </p:cNvPr>
          <p:cNvSpPr txBox="1"/>
          <p:nvPr/>
        </p:nvSpPr>
        <p:spPr>
          <a:xfrm>
            <a:off x="6087362" y="2544549"/>
            <a:ext cx="1081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set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052D33-BFDB-6D35-25D4-2A1B5E8B51DD}"/>
              </a:ext>
            </a:extLst>
          </p:cNvPr>
          <p:cNvCxnSpPr>
            <a:cxnSpLocks/>
            <a:stCxn id="5" idx="1"/>
            <a:endCxn id="9" idx="0"/>
          </p:cNvCxnSpPr>
          <p:nvPr/>
        </p:nvCxnSpPr>
        <p:spPr>
          <a:xfrm flipH="1">
            <a:off x="5076313" y="1829772"/>
            <a:ext cx="32720" cy="677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0F272B-2E03-851E-B7D2-5F14629D94AF}"/>
              </a:ext>
            </a:extLst>
          </p:cNvPr>
          <p:cNvCxnSpPr>
            <a:stCxn id="5" idx="1"/>
            <a:endCxn id="10" idx="1"/>
          </p:cNvCxnSpPr>
          <p:nvPr/>
        </p:nvCxnSpPr>
        <p:spPr>
          <a:xfrm>
            <a:off x="5109033" y="1829772"/>
            <a:ext cx="1518990" cy="677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B176DA3-D4A1-8FDB-B613-E9C1EB897B31}"/>
              </a:ext>
            </a:extLst>
          </p:cNvPr>
          <p:cNvSpPr/>
          <p:nvPr/>
        </p:nvSpPr>
        <p:spPr>
          <a:xfrm>
            <a:off x="5962007" y="3226770"/>
            <a:ext cx="1912765" cy="7366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B06D5B-C48A-7556-7F89-9E36F7DD5E5E}"/>
              </a:ext>
            </a:extLst>
          </p:cNvPr>
          <p:cNvCxnSpPr>
            <a:stCxn id="7" idx="1"/>
          </p:cNvCxnSpPr>
          <p:nvPr/>
        </p:nvCxnSpPr>
        <p:spPr>
          <a:xfrm flipH="1">
            <a:off x="5109031" y="1829773"/>
            <a:ext cx="1463578" cy="66959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0FA9C9-29D7-1A54-7192-8B9511E2EA09}"/>
              </a:ext>
            </a:extLst>
          </p:cNvPr>
          <p:cNvCxnSpPr>
            <a:cxnSpLocks/>
            <a:stCxn id="7" idx="1"/>
            <a:endCxn id="10" idx="1"/>
          </p:cNvCxnSpPr>
          <p:nvPr/>
        </p:nvCxnSpPr>
        <p:spPr>
          <a:xfrm>
            <a:off x="6572609" y="1829773"/>
            <a:ext cx="55414" cy="67776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FE6B053-714D-2460-F4B1-50D803807D55}"/>
              </a:ext>
            </a:extLst>
          </p:cNvPr>
          <p:cNvSpPr txBox="1"/>
          <p:nvPr/>
        </p:nvSpPr>
        <p:spPr>
          <a:xfrm>
            <a:off x="4736383" y="4611738"/>
            <a:ext cx="2135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results</a:t>
            </a:r>
          </a:p>
        </p:txBody>
      </p:sp>
      <p:sp>
        <p:nvSpPr>
          <p:cNvPr id="20" name="Data 19">
            <a:extLst>
              <a:ext uri="{FF2B5EF4-FFF2-40B4-BE49-F238E27FC236}">
                <a16:creationId xmlns:a16="http://schemas.microsoft.com/office/drawing/2014/main" id="{B791660B-2308-0F4F-F7C0-AA61394E98DE}"/>
              </a:ext>
            </a:extLst>
          </p:cNvPr>
          <p:cNvSpPr/>
          <p:nvPr/>
        </p:nvSpPr>
        <p:spPr>
          <a:xfrm>
            <a:off x="4415293" y="4611738"/>
            <a:ext cx="2753391" cy="369332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B180F4-FE26-6F28-1235-2067475622E8}"/>
              </a:ext>
            </a:extLst>
          </p:cNvPr>
          <p:cNvSpPr/>
          <p:nvPr/>
        </p:nvSpPr>
        <p:spPr>
          <a:xfrm>
            <a:off x="3699257" y="3176381"/>
            <a:ext cx="1912765" cy="9938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54ACA1-273F-144E-63B9-80AF76C09648}"/>
              </a:ext>
            </a:extLst>
          </p:cNvPr>
          <p:cNvSpPr txBox="1"/>
          <p:nvPr/>
        </p:nvSpPr>
        <p:spPr>
          <a:xfrm>
            <a:off x="3678620" y="3245192"/>
            <a:ext cx="1881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retrieval task using Guided Distance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23FFCC-6A74-34AC-E506-9DE10E855710}"/>
              </a:ext>
            </a:extLst>
          </p:cNvPr>
          <p:cNvSpPr txBox="1"/>
          <p:nvPr/>
        </p:nvSpPr>
        <p:spPr>
          <a:xfrm>
            <a:off x="5993006" y="3271949"/>
            <a:ext cx="1881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retrieval task using PSD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FE0DD8A-F02F-A6D0-8807-27D991E7AD9B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 flipH="1">
            <a:off x="6067328" y="3963461"/>
            <a:ext cx="851062" cy="648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5A6778D-DCF8-8821-D8E6-EE2E43BAE628}"/>
              </a:ext>
            </a:extLst>
          </p:cNvPr>
          <p:cNvCxnSpPr>
            <a:stCxn id="20" idx="0"/>
            <a:endCxn id="22" idx="2"/>
          </p:cNvCxnSpPr>
          <p:nvPr/>
        </p:nvCxnSpPr>
        <p:spPr>
          <a:xfrm flipH="1" flipV="1">
            <a:off x="4619503" y="4168522"/>
            <a:ext cx="1447825" cy="4432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4C44941-2C6F-C11C-0F70-1598050EC0B3}"/>
              </a:ext>
            </a:extLst>
          </p:cNvPr>
          <p:cNvCxnSpPr>
            <a:stCxn id="9" idx="4"/>
            <a:endCxn id="21" idx="0"/>
          </p:cNvCxnSpPr>
          <p:nvPr/>
        </p:nvCxnSpPr>
        <p:spPr>
          <a:xfrm flipH="1">
            <a:off x="4655640" y="2950888"/>
            <a:ext cx="286746" cy="2254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DCBD1E6-DD57-EAFF-ADD5-07FF63D1B4B2}"/>
              </a:ext>
            </a:extLst>
          </p:cNvPr>
          <p:cNvCxnSpPr>
            <a:stCxn id="10" idx="4"/>
            <a:endCxn id="21" idx="0"/>
          </p:cNvCxnSpPr>
          <p:nvPr/>
        </p:nvCxnSpPr>
        <p:spPr>
          <a:xfrm flipH="1">
            <a:off x="4655640" y="2950888"/>
            <a:ext cx="1972383" cy="2254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D82C02-6646-9BF7-10D9-7E41B7E02ACC}"/>
              </a:ext>
            </a:extLst>
          </p:cNvPr>
          <p:cNvCxnSpPr>
            <a:stCxn id="9" idx="4"/>
            <a:endCxn id="23" idx="0"/>
          </p:cNvCxnSpPr>
          <p:nvPr/>
        </p:nvCxnSpPr>
        <p:spPr>
          <a:xfrm>
            <a:off x="4942386" y="2950888"/>
            <a:ext cx="1976004" cy="275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EB01EF6-6DB6-4324-0B70-EBF90AC33C21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>
          <a:xfrm>
            <a:off x="6628023" y="2950888"/>
            <a:ext cx="290367" cy="2758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550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3</cp:revision>
  <dcterms:created xsi:type="dcterms:W3CDTF">2026-03-04T09:12:58Z</dcterms:created>
  <dcterms:modified xsi:type="dcterms:W3CDTF">2026-03-05T01:34:50Z</dcterms:modified>
</cp:coreProperties>
</file>